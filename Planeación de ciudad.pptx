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574CC-0257-424C-9622-418255748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06469-F662-4A49-B98A-ED43A620D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1A7883-67C7-4490-980E-71AAAB46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20E23E-99DB-4530-9AEB-0C43FAA22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E9B05-5C51-4ED7-BC88-B36301D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414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978EF-863D-45E5-AF42-6412AC82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6F7DD0-027A-4154-9DED-C9167AF7B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0B7BE5-DB42-4AD4-99E2-FF2FCF2A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525C95-A8BB-4E18-BB84-3D9D65AB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899C9E-DEB6-4EFA-BEBA-B91811AE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340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F96D3-4200-4422-8D4D-457C150F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4876A1-54B4-4729-81DF-D91BDB6A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C8971E-B424-4B20-BFE1-931137DF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5DCD6E-3186-4827-96F8-8736AADA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4960AA-9884-4826-92C7-37D7F3F4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3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1F71C-8FB3-43D4-A781-3EA69C3C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BBDF80-4906-421F-9608-57205853A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88659D-0F67-49D1-8BD9-4BB54AE0E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C1B893-51B4-4F19-89AB-092D3821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CEAE06-CD08-4C69-8823-CA8A05E4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D43C1E8-7DEC-4D64-8B16-C44CD977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114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38EA2-6C14-4204-ADFD-17D170E5A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505B37-18ED-4AFC-AE97-8BAED7A7C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36DC01-1440-47A2-91A1-88B05BFEB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3911BC-E9CA-46B0-BDE1-5DA1A5DB6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49F662-FF90-4EF7-BCFF-70346DA41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C2D22D-2A02-4A7F-8B34-CDE01B5A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33C2B4-8054-4338-97C5-575E91C6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09D14E-8A92-4E48-B1D6-A238DF83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852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1FBEC-111C-4EFF-A683-1ED11E98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400935-7EA4-43A4-AD4E-C1984DDE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2FBB0D-6768-4DF3-AE31-C80668C7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3277C3-480F-4D7B-8266-2636C448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5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020F2B-7602-40FC-9074-DA15D858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4C546-372F-45CD-AB02-DE68EFED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15406D-A645-4992-847B-812EE7B9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1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FAC3B-C2AA-4D35-A226-0C2A5DCEE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B6F894-9E8F-4F21-9DC4-D0A9ADB04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19E85D-6F8D-461F-AF70-22192F439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09E66A-0C79-473C-B331-42B3A1EC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68BBC4-35B1-4771-B5BA-CB6E2212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B8D1CB-6027-46B1-89CB-2098ECCC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829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4DDC6-B37E-4B0C-A5A7-FCDC887E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6B05D9-7F35-4FCB-8C7A-6A8132AC9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684299-4414-496E-8375-D784F4417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7E93D5-7C48-4958-A32B-C6833543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54DC4C-B393-484D-A0C6-D37C69A9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36952C-F163-4695-AD3A-74C74078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240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566FD-A5CE-4997-A548-A43CDDA2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2E3662-9D66-4627-8E3E-2053F5E1D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63A523-FEF2-4F8B-ADC7-05897D89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285A01-B322-4673-AFCB-CC1AD00F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479E6-F396-4D81-83FD-93E921D8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469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FE0EE6-185F-4E05-B8F2-54346BE7F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0D8E5B-6212-4413-A1A8-34452017D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91895-9D04-4D50-8D72-35B09DDF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C66518-F36A-4ED6-AD94-3FAC4157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DE42B-95D5-4183-8AE4-A1D6C8EA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832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1C223F-EA17-4EC8-BBA6-0E607E31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A44DB2-84D0-4652-9534-12579D40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EBB9FA-80EC-44B2-83A7-EEA83FA8B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A7EC-1975-4AAB-A351-651B38C6C9C0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FFD9CF-00F4-4EA7-AF98-7B379BDCB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777F7-A133-4A0E-A5E1-DF25468FC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5B9D5-5CF0-4C58-8E69-A3EDBC343D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612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DA865-EB11-4B7F-9854-9413D9F8CE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CIUDAD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9BCB18-673A-4009-8B55-EC02EAA50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105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4D027-B527-431E-A097-C4DA0C21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1 – Hospital y despacho </a:t>
            </a:r>
            <a:r>
              <a:rPr lang="es-CO" dirty="0" err="1"/>
              <a:t>ppal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96DD5F-68D6-4102-9E18-4FD6CFB5F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400" dirty="0"/>
              <a:t>Hospital en el centro de la ciudad - $1100</a:t>
            </a:r>
          </a:p>
          <a:p>
            <a:r>
              <a:rPr lang="es-CO" sz="2400" dirty="0"/>
              <a:t>Despacho </a:t>
            </a:r>
            <a:r>
              <a:rPr lang="es-CO" sz="2400" dirty="0" err="1"/>
              <a:t>ppal</a:t>
            </a:r>
            <a:r>
              <a:rPr lang="es-CO" sz="2400" dirty="0"/>
              <a:t> alcaldía en el centro de la ciudad con su respectivo parqueadero - $600</a:t>
            </a:r>
          </a:p>
          <a:p>
            <a:pPr marL="0" indent="0">
              <a:buNone/>
            </a:pPr>
            <a:r>
              <a:rPr lang="es-CO" sz="2400" dirty="0"/>
              <a:t>Costo total etapa 1: $1700</a:t>
            </a:r>
          </a:p>
          <a:p>
            <a:pPr marL="0" indent="0">
              <a:buNone/>
            </a:pPr>
            <a:r>
              <a:rPr lang="es-CO" sz="2400" dirty="0"/>
              <a:t>Se decide realizar primero el hospital porque es uno de los edificios fundamentales y que se adapta dentro del presupuesto otorgado, además, el despacho principal para realizar las labores administrativas y gubernamentales de forma más pronta y eficiente.</a:t>
            </a:r>
          </a:p>
          <a:p>
            <a:pPr marL="0" indent="0">
              <a:buNone/>
            </a:pPr>
            <a:r>
              <a:rPr lang="es-CO" sz="2400" dirty="0"/>
              <a:t>Presupuesto total para etapa 2: $2300</a:t>
            </a:r>
          </a:p>
        </p:txBody>
      </p:sp>
    </p:spTree>
    <p:extLst>
      <p:ext uri="{BB962C8B-B14F-4D97-AF65-F5344CB8AC3E}">
        <p14:creationId xmlns:p14="http://schemas.microsoft.com/office/powerpoint/2010/main" val="29644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5B03B-EF1F-4915-8D66-2EB1A645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346F74-4B61-4F1A-BD08-3D7C2167A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436DB5-675D-4DEE-8F12-F140972D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589"/>
            <a:ext cx="12192000" cy="5371954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87FC988-BF90-40D2-91EA-4C508AE1A15E}"/>
              </a:ext>
            </a:extLst>
          </p:cNvPr>
          <p:cNvSpPr/>
          <p:nvPr/>
        </p:nvSpPr>
        <p:spPr>
          <a:xfrm>
            <a:off x="4670612" y="2292705"/>
            <a:ext cx="1013012" cy="39444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Hospital</a:t>
            </a: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4ACEE019-EB5A-4FBF-B785-462C092C3A07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927217" y="2937052"/>
            <a:ext cx="844942" cy="345141"/>
          </a:xfrm>
          <a:prstGeom prst="bentConnector3">
            <a:avLst>
              <a:gd name="adj1" fmla="val 3016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11611B6-0FD4-4FC6-AA29-9AAF2544E133}"/>
              </a:ext>
            </a:extLst>
          </p:cNvPr>
          <p:cNvSpPr/>
          <p:nvPr/>
        </p:nvSpPr>
        <p:spPr>
          <a:xfrm>
            <a:off x="3703320" y="3429000"/>
            <a:ext cx="1142103" cy="39444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Despacho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2E1683F6-DAC5-4F3E-B399-9A8695EBCED3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4331470" y="3766349"/>
            <a:ext cx="325972" cy="44016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2F3476A-E3C0-4021-B62E-2E1584A2D3A8}"/>
              </a:ext>
            </a:extLst>
          </p:cNvPr>
          <p:cNvSpPr/>
          <p:nvPr/>
        </p:nvSpPr>
        <p:spPr>
          <a:xfrm>
            <a:off x="2768601" y="4008120"/>
            <a:ext cx="1440330" cy="39444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Parqueadero</a:t>
            </a: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DEC83339-62FC-41F1-9FE7-68E65BB03016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3620420" y="4270913"/>
            <a:ext cx="325972" cy="58928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59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EB1C8-C10D-45D1-BCCA-B373B404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2 – 6 Unidades residenciales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2C57E5-3224-48B3-BE5A-23A14CB3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400" dirty="0"/>
              <a:t>Se construyen 6 unidades residenciales con un costo de $2000, distribuidas de la siguiente manera: </a:t>
            </a:r>
          </a:p>
          <a:p>
            <a:r>
              <a:rPr lang="es-CO" sz="2400" dirty="0"/>
              <a:t>2 en el sur de la ciudad</a:t>
            </a:r>
          </a:p>
          <a:p>
            <a:r>
              <a:rPr lang="es-CO" sz="2400" dirty="0"/>
              <a:t>2 en el norte de la ciudad</a:t>
            </a:r>
          </a:p>
          <a:p>
            <a:r>
              <a:rPr lang="es-CO" sz="2400" dirty="0"/>
              <a:t>2 en el centro de la ciudad</a:t>
            </a:r>
          </a:p>
          <a:p>
            <a:pPr marL="0" indent="0">
              <a:buNone/>
            </a:pPr>
            <a:r>
              <a:rPr lang="es-CO" sz="2400" dirty="0"/>
              <a:t>Costo total etapa 2: $2000</a:t>
            </a:r>
          </a:p>
          <a:p>
            <a:pPr marL="0" indent="0">
              <a:buNone/>
            </a:pPr>
            <a:r>
              <a:rPr lang="es-CO" sz="2400" dirty="0"/>
              <a:t>Se decide construir las unidades residenciales para brindarles un hogar a los residentes teniendo en consideración el presupuesto actual (de forma que nos permita continuar con la siguiente etapa de forma efectiva)</a:t>
            </a:r>
          </a:p>
          <a:p>
            <a:pPr marL="0" indent="0">
              <a:buNone/>
            </a:pPr>
            <a:r>
              <a:rPr lang="es-CO" sz="2400" dirty="0"/>
              <a:t>Presupuesto total para etapa 3: $2300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6453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BF19C-F8FA-42E7-A04A-3F8787BA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2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B495319-5375-414F-8674-74D3FAF6F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810" y="1825625"/>
            <a:ext cx="10508379" cy="4351338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3312D66-DF04-47D7-A894-3F5DA395E826}"/>
              </a:ext>
            </a:extLst>
          </p:cNvPr>
          <p:cNvSpPr/>
          <p:nvPr/>
        </p:nvSpPr>
        <p:spPr>
          <a:xfrm>
            <a:off x="2054352" y="2865120"/>
            <a:ext cx="1291455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sur</a:t>
            </a: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7CFAA394-7405-41D1-8801-024469361BEE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2794516" y="3631475"/>
            <a:ext cx="325972" cy="51484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304DE6E-645F-4572-91F5-7F3BA4AEFC18}"/>
              </a:ext>
            </a:extLst>
          </p:cNvPr>
          <p:cNvSpPr/>
          <p:nvPr/>
        </p:nvSpPr>
        <p:spPr>
          <a:xfrm>
            <a:off x="1444809" y="4419015"/>
            <a:ext cx="1291455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sur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90F2C65A-7FCC-470E-A956-5D7B5754CCD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736264" y="4586702"/>
            <a:ext cx="478660" cy="2627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4F364EA-740F-4F67-826A-6A498AE7AB20}"/>
              </a:ext>
            </a:extLst>
          </p:cNvPr>
          <p:cNvSpPr/>
          <p:nvPr/>
        </p:nvSpPr>
        <p:spPr>
          <a:xfrm>
            <a:off x="3462528" y="1895856"/>
            <a:ext cx="1421178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centro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722FD273-4D3F-45B4-9B99-5D503A737560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4143857" y="2785907"/>
            <a:ext cx="443753" cy="3852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414904D-7891-40EB-9355-8DC77F70E7AF}"/>
              </a:ext>
            </a:extLst>
          </p:cNvPr>
          <p:cNvSpPr/>
          <p:nvPr/>
        </p:nvSpPr>
        <p:spPr>
          <a:xfrm>
            <a:off x="6723887" y="4205647"/>
            <a:ext cx="1383793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centro</a:t>
            </a: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8C2571FB-5EB3-425E-8190-82D84C5F7F62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6306049" y="4190243"/>
            <a:ext cx="417839" cy="4458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3EF5068-7DC1-4FAD-A851-10E59FB9DABC}"/>
              </a:ext>
            </a:extLst>
          </p:cNvPr>
          <p:cNvSpPr/>
          <p:nvPr/>
        </p:nvSpPr>
        <p:spPr>
          <a:xfrm>
            <a:off x="5936033" y="1687139"/>
            <a:ext cx="1291455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norte</a:t>
            </a: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2E76B5C5-9EFB-4812-997C-0085831BE46C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6123683" y="2520248"/>
            <a:ext cx="430396" cy="48576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4F41000-A37B-42BE-A5B7-4BBF40162B6F}"/>
              </a:ext>
            </a:extLst>
          </p:cNvPr>
          <p:cNvSpPr/>
          <p:nvPr/>
        </p:nvSpPr>
        <p:spPr>
          <a:xfrm>
            <a:off x="7889657" y="2117534"/>
            <a:ext cx="1291455" cy="8607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Edificio residencial zona norte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0A8D0DE4-ABAD-4F71-A9EE-882F50786BD1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8058652" y="2952266"/>
            <a:ext cx="450675" cy="5027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11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B7FE5-507B-43FA-B977-A54127D6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ETAPA 3 – Calles de doble carril con señalización y jardineras decorativas en los separadores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2525F-9FFE-452B-90AD-12F6A1AC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Calles de doble carril señalizadas y con jardineras decorativas en los separadores - $1000</a:t>
            </a:r>
          </a:p>
          <a:p>
            <a:pPr marL="0" indent="0">
              <a:buNone/>
            </a:pPr>
            <a:r>
              <a:rPr lang="es-CO" dirty="0"/>
              <a:t>Costo total etapa 3: $1000</a:t>
            </a:r>
          </a:p>
          <a:p>
            <a:pPr marL="0" indent="0">
              <a:buNone/>
            </a:pPr>
            <a:r>
              <a:rPr lang="es-CO" dirty="0"/>
              <a:t>Se decide realizar la señalización y las jardineras para esta etapa, y no se añaden más construcciones debido a que en la siguiente etapa se requiere el presupuesto de $3000, y se hará una construcción que va de la mano con las calles.</a:t>
            </a:r>
          </a:p>
          <a:p>
            <a:pPr marL="0" indent="0">
              <a:buNone/>
            </a:pPr>
            <a:r>
              <a:rPr lang="es-CO" dirty="0"/>
              <a:t>Presupuesto total para etapa 4: $3300</a:t>
            </a:r>
          </a:p>
        </p:txBody>
      </p:sp>
    </p:spTree>
    <p:extLst>
      <p:ext uri="{BB962C8B-B14F-4D97-AF65-F5344CB8AC3E}">
        <p14:creationId xmlns:p14="http://schemas.microsoft.com/office/powerpoint/2010/main" val="4191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1D176-0CB8-4F07-BBF3-5E0C99EE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11839-D928-4CB4-A6EC-BD554D8E2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163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66C61-A638-4D11-91F7-10E21544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ETAPA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383CDF-176B-445E-9C2C-111A9B45B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29846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311</Words>
  <Application>Microsoft Office PowerPoint</Application>
  <PresentationFormat>Panorámica</PresentationFormat>
  <Paragraphs>33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CIUDAD</vt:lpstr>
      <vt:lpstr>ETAPA 1 – Hospital y despacho ppal</vt:lpstr>
      <vt:lpstr>ETAPA 1</vt:lpstr>
      <vt:lpstr>ETAPA 2 – 6 Unidades residenciales</vt:lpstr>
      <vt:lpstr>ETAPA 2</vt:lpstr>
      <vt:lpstr>ETAPA 3 – Calles de doble carril con señalización y jardineras decorativas en los separadores</vt:lpstr>
      <vt:lpstr>ETAPA 3</vt:lpstr>
      <vt:lpstr>ETAPA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CIUDAD</dc:title>
  <dc:creator>diseño y desarrollo</dc:creator>
  <cp:lastModifiedBy>diseño y desarrollo</cp:lastModifiedBy>
  <cp:revision>7</cp:revision>
  <dcterms:created xsi:type="dcterms:W3CDTF">2026-03-06T16:27:48Z</dcterms:created>
  <dcterms:modified xsi:type="dcterms:W3CDTF">2026-03-06T17:22:54Z</dcterms:modified>
</cp:coreProperties>
</file>